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78"/>
  </p:normalViewPr>
  <p:slideViewPr>
    <p:cSldViewPr snapToGrid="0">
      <p:cViewPr varScale="1">
        <p:scale>
          <a:sx n="146" d="100"/>
          <a:sy n="146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AAC78-C6AF-F7EE-DA96-7B3116B63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52A7D-C7A1-D620-CEA6-15904FBFA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2E112-F37C-FA0E-D2E2-3F580681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C9706-E7C7-8DF7-8CC4-09E24D50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FCA2C-A3F3-396E-5C83-A10174CB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701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786A1-44ED-3F00-36C6-661EA7D0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596CE-B0FA-5C92-91FF-4025480C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F04746-B355-775E-F539-B5D5F78F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73E615-0D4D-EAA5-4DCD-20E99328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8EB22A-CC6E-FDE4-9A76-8A6717E4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5843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62547-C424-B45F-4DFB-F08EDE7E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446F8C-6441-E39D-272A-14E9A187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77577-78A3-8FC6-6B6F-DBA6DAFE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B198A1-143A-E17A-8F6E-D2907BD8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FCAE7-2437-CFEF-1778-EEF70C99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690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AFAE1-5A33-EA2F-0FDC-360F6043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1197F-C315-8DED-062F-9031BE4F7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85F14F-745E-9C14-AC23-EF8017132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7DDE38-E0AA-C40C-1E2A-5C581C34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55D8F3-1150-9B3D-AEEB-E514CE03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671350-CE3D-5144-7F03-5A395BBA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411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2E0CA-C175-2DC9-EB99-C6EFA4E7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700B30-DFCC-AFEC-9314-36A2F1C17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8DE7A0-94AF-C907-402C-B7C482CA2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38509E-5B5A-D9AD-05B6-8BA6E138F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0755CF-48C1-2663-01EA-DD011F9BF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12DEAE-CC0D-4D68-1D12-0ADB489C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DDDEEF5-37EB-9C95-A3D6-7F19100B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FF0050-5E30-0573-C984-F6B63B7B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623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F1A11-59B9-F5AE-A0C8-9E1102F3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B21F473-6386-F402-9617-035BEBB4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EE6532-09D6-DA99-9EC9-986AC940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8BE5BD-FEC9-28AB-2628-637EE7B9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6675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36822B-53DC-C513-3F37-5B5801C2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25BBE7-3F92-70E1-4C4B-43F630BD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9C3432-D23F-DD47-8FCE-4C415B86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413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8858F-306C-7211-9DA7-0D5814D9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94410-17EC-5BD3-DE6C-5B5C69744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85EE1D-BB4D-F76C-9D1D-ACEC4BB12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E41836-F566-21A0-7FAE-A0F2CFC1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36B804-B294-6215-857D-73B81227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EE9969-D80A-C300-88F2-DC929AB8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508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65E14-634B-9CA4-8EA5-EF2BE971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FB57CF-F8CA-4B86-78D5-51331D480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CF0051-D0FB-181C-E699-015B3E7ED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5EC439-63BC-8C21-D391-A81A81556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19EBDB-80E3-AFFA-EA5D-D1946566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7F82EB-CF20-66D0-5986-A63EDC2B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894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EA62E-7EAD-4AFF-9AFB-8368FEF2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F9C944-551B-17C1-FA44-830F9270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ACD81E-BB44-5D29-85F3-BE4BCA4A7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1A71CE-A432-B13A-150E-DEDC1047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21A7DD-797A-80C3-318E-6AD74078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58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D5D9E9-11AB-D666-8FEB-BC056B2B5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685923-4413-85CD-843C-6F825245E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8611E2-E42F-DBF6-2EBE-68D49426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6672D9-3348-5064-5BC7-6FC2B10F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7F7264-8C80-AC1B-5CFE-80FE1768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691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9F8F6-611A-4A67-6089-DDE35A1F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4C344-3C93-E1A3-A979-137F0E4EF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7685C-85E4-DF56-39A4-1D02D66D9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D72A8-B044-B748-BF80-B6B9851502C9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A96E83-36AF-91F8-1EDD-8297CB009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30E07-BD3C-BC3A-1D42-D68841963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6C43D-6E9F-EC4E-9608-73DE5476AAD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6507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EEBF8370-D6FF-8ED7-EDAE-F4EB91EF5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8219" y="2033207"/>
            <a:ext cx="6311897" cy="1395789"/>
          </a:xfrm>
        </p:spPr>
        <p:txBody>
          <a:bodyPr/>
          <a:lstStyle/>
          <a:p>
            <a:pPr marL="0" indent="0" algn="ctr">
              <a:buNone/>
            </a:pPr>
            <a:r>
              <a:rPr lang="es-ES_tradnl" dirty="0"/>
              <a:t>Maestría en Inteligencia Artificial</a:t>
            </a:r>
          </a:p>
          <a:p>
            <a:pPr marL="0" indent="0" algn="ctr">
              <a:buNone/>
            </a:pPr>
            <a:r>
              <a:rPr lang="es-ES_tradnl" sz="2400" dirty="0"/>
              <a:t>Rafael Amador Galván</a:t>
            </a:r>
          </a:p>
          <a:p>
            <a:pPr marL="0" indent="0" algn="ctr">
              <a:buNone/>
            </a:pPr>
            <a:r>
              <a:rPr lang="es-ES_tradnl" sz="2000" dirty="0"/>
              <a:t>Introducción a la Inteligencia Artificial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C62F80D-8674-F02A-AAA6-4742B08AEA47}"/>
              </a:ext>
            </a:extLst>
          </p:cNvPr>
          <p:cNvSpPr txBox="1"/>
          <p:nvPr/>
        </p:nvSpPr>
        <p:spPr>
          <a:xfrm>
            <a:off x="6959801" y="4497166"/>
            <a:ext cx="2388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/>
              <a:t>02 Agentes</a:t>
            </a:r>
          </a:p>
        </p:txBody>
      </p:sp>
    </p:spTree>
    <p:extLst>
      <p:ext uri="{BB962C8B-B14F-4D97-AF65-F5344CB8AC3E}">
        <p14:creationId xmlns:p14="http://schemas.microsoft.com/office/powerpoint/2010/main" val="160095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4B7F6B-0D16-7141-BEFE-52ABA7AB3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242" y="1077325"/>
            <a:ext cx="5604927" cy="18417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4979C5A-4965-14A7-3FEB-AD44FAB9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242" y="3938914"/>
            <a:ext cx="5436165" cy="184176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88A78DF-249A-992A-0131-050E5DA7E9F5}"/>
              </a:ext>
            </a:extLst>
          </p:cNvPr>
          <p:cNvSpPr txBox="1"/>
          <p:nvPr/>
        </p:nvSpPr>
        <p:spPr>
          <a:xfrm>
            <a:off x="4915283" y="699864"/>
            <a:ext cx="3010359" cy="37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mi_cueva_4x4.yaml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FCADC7-08B0-2265-9278-A56629F096AC}"/>
              </a:ext>
            </a:extLst>
          </p:cNvPr>
          <p:cNvSpPr txBox="1"/>
          <p:nvPr/>
        </p:nvSpPr>
        <p:spPr>
          <a:xfrm>
            <a:off x="4639271" y="3569582"/>
            <a:ext cx="281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mi_cueva_dificil_4x4.yaml</a:t>
            </a:r>
          </a:p>
        </p:txBody>
      </p:sp>
    </p:spTree>
    <p:extLst>
      <p:ext uri="{BB962C8B-B14F-4D97-AF65-F5344CB8AC3E}">
        <p14:creationId xmlns:p14="http://schemas.microsoft.com/office/powerpoint/2010/main" val="331649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A19591-D1F3-9A28-E5FB-31315DD50770}"/>
              </a:ext>
            </a:extLst>
          </p:cNvPr>
          <p:cNvSpPr txBox="1"/>
          <p:nvPr/>
        </p:nvSpPr>
        <p:spPr>
          <a:xfrm>
            <a:off x="9146117" y="3429000"/>
            <a:ext cx="245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06_learning_agent.py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BE363B-20DA-AF7F-CC29-1B04F1C24602}"/>
              </a:ext>
            </a:extLst>
          </p:cNvPr>
          <p:cNvSpPr txBox="1"/>
          <p:nvPr/>
        </p:nvSpPr>
        <p:spPr>
          <a:xfrm>
            <a:off x="4789583" y="5395377"/>
            <a:ext cx="2801039" cy="37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05_utility_based_agent.py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DCC8BF-F21A-FD8C-EA7C-D60D3B95D3A1}"/>
              </a:ext>
            </a:extLst>
          </p:cNvPr>
          <p:cNvSpPr txBox="1"/>
          <p:nvPr/>
        </p:nvSpPr>
        <p:spPr>
          <a:xfrm>
            <a:off x="481047" y="5395377"/>
            <a:ext cx="2801039" cy="37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04_goal_based_agent.py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27CFFCD-842B-09A3-B1B5-59A30D39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47" y="768159"/>
            <a:ext cx="2697085" cy="458301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DDB0A67-0B4E-7BB6-43F1-2AB7C1D27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018" y="768159"/>
            <a:ext cx="2324168" cy="445081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0398E92-80B0-B728-15B8-13EFB2477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163" y="807482"/>
            <a:ext cx="2571425" cy="262151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4C9FE47-333D-EBAA-6783-698B32ED4FB5}"/>
              </a:ext>
            </a:extLst>
          </p:cNvPr>
          <p:cNvSpPr txBox="1"/>
          <p:nvPr/>
        </p:nvSpPr>
        <p:spPr>
          <a:xfrm>
            <a:off x="5028018" y="214294"/>
            <a:ext cx="3010359" cy="37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mi_cueva_4x4.yaml</a:t>
            </a:r>
          </a:p>
        </p:txBody>
      </p:sp>
    </p:spTree>
    <p:extLst>
      <p:ext uri="{BB962C8B-B14F-4D97-AF65-F5344CB8AC3E}">
        <p14:creationId xmlns:p14="http://schemas.microsoft.com/office/powerpoint/2010/main" val="315892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2DAC6A9-E7B8-ECEB-DB21-1F72995F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22"/>
          <a:stretch>
            <a:fillRect/>
          </a:stretch>
        </p:blipFill>
        <p:spPr>
          <a:xfrm>
            <a:off x="5089561" y="769252"/>
            <a:ext cx="2149511" cy="44353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06D9EA-6EF3-A863-3473-81DCEE12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189" y="876822"/>
            <a:ext cx="2468689" cy="21419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A0B86DA-1074-852C-225F-9A01DDD75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1" y="769252"/>
            <a:ext cx="2071753" cy="424632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4DAFFAD-1F37-2901-A308-4F25C80EBABC}"/>
              </a:ext>
            </a:extLst>
          </p:cNvPr>
          <p:cNvSpPr txBox="1"/>
          <p:nvPr/>
        </p:nvSpPr>
        <p:spPr>
          <a:xfrm>
            <a:off x="9526836" y="3059668"/>
            <a:ext cx="245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06_learning_agent.py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4AD76D8-BBC9-C6E0-2B0A-9E6864452BDF}"/>
              </a:ext>
            </a:extLst>
          </p:cNvPr>
          <p:cNvSpPr txBox="1"/>
          <p:nvPr/>
        </p:nvSpPr>
        <p:spPr>
          <a:xfrm>
            <a:off x="4789583" y="5395377"/>
            <a:ext cx="2801039" cy="37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05_utility_based_agent.py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8967789-D929-1859-FCF7-9A2D16182FC3}"/>
              </a:ext>
            </a:extLst>
          </p:cNvPr>
          <p:cNvSpPr txBox="1"/>
          <p:nvPr/>
        </p:nvSpPr>
        <p:spPr>
          <a:xfrm>
            <a:off x="481047" y="5395377"/>
            <a:ext cx="2801039" cy="37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04_goal_based_agent.py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708908-BED0-5A5A-5335-EF1E537CF0FC}"/>
              </a:ext>
            </a:extLst>
          </p:cNvPr>
          <p:cNvSpPr txBox="1"/>
          <p:nvPr/>
        </p:nvSpPr>
        <p:spPr>
          <a:xfrm>
            <a:off x="4789583" y="156114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mi_cueva_dificil_4x4.yaml</a:t>
            </a:r>
          </a:p>
        </p:txBody>
      </p:sp>
    </p:spTree>
    <p:extLst>
      <p:ext uri="{BB962C8B-B14F-4D97-AF65-F5344CB8AC3E}">
        <p14:creationId xmlns:p14="http://schemas.microsoft.com/office/powerpoint/2010/main" val="3697330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</Words>
  <Application>Microsoft Macintosh PowerPoint</Application>
  <PresentationFormat>Panorámica</PresentationFormat>
  <Paragraphs>14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AMADOR GALVAN</dc:creator>
  <cp:lastModifiedBy>RAFAEL AMADOR GALVAN</cp:lastModifiedBy>
  <cp:revision>1</cp:revision>
  <dcterms:created xsi:type="dcterms:W3CDTF">2026-08-28T05:33:56Z</dcterms:created>
  <dcterms:modified xsi:type="dcterms:W3CDTF">2026-08-28T05:51:16Z</dcterms:modified>
</cp:coreProperties>
</file>